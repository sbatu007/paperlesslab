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Konfliktmanagement – Gesamtüberblick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Aktives Zuhören · 7‑Schritte‑Strategie · Prävention &amp; Deeskalation · Einwände · Vorwürfe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Aktives Zuhören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Zuwendung zeigen (Mimik, Körperhaltung)</a:t>
            </a:r>
          </a:p>
          <a:p>
            <a:r>
              <a:t>Paraphrasieren („Sie meinen…“)</a:t>
            </a:r>
          </a:p>
          <a:p>
            <a:r>
              <a:t>Nachfragen stellen</a:t>
            </a:r>
          </a:p>
          <a:p>
            <a:r>
              <a:t>Nonverbales ansprechen</a:t>
            </a:r>
          </a:p>
          <a:p>
            <a:r>
              <a:t>Türöffner verwenden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7‑Schritte‑Strategie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Positive Grundeinstellung</a:t>
            </a:r>
          </a:p>
          <a:p>
            <a:r>
              <a:t>2. Schriftliche Vorbereitung</a:t>
            </a:r>
          </a:p>
          <a:p>
            <a:r>
              <a:t>3. Positives Feedback</a:t>
            </a:r>
          </a:p>
          <a:p>
            <a:r>
              <a:t>4. Zukunftsvision formulieren</a:t>
            </a:r>
          </a:p>
          <a:p>
            <a:r>
              <a:t>5. Konflikt als Frage formulieren</a:t>
            </a:r>
          </a:p>
          <a:p>
            <a:r>
              <a:t>6. Ursachen erforschen</a:t>
            </a:r>
          </a:p>
          <a:p>
            <a:r>
              <a:t>7. Lösungen entwickeln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Prävention &amp; Deeskalation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Gute Rahmenbedingungen schaffen</a:t>
            </a:r>
          </a:p>
          <a:p>
            <a:r>
              <a:t>Emotionen zulassen &amp; benennen</a:t>
            </a:r>
          </a:p>
          <a:p>
            <a:r>
              <a:t>Gesprächsförderer nutzen</a:t>
            </a:r>
          </a:p>
          <a:p>
            <a:r>
              <a:t>Gesprächsstörer vermeiden</a:t>
            </a:r>
          </a:p>
          <a:p>
            <a:r>
              <a:t>Beschwichtigen &amp; Rationalisieren vermeiden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Umgang mit Einwänden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Einwände = Stopp-Signale mit Nutzen</a:t>
            </a:r>
          </a:p>
          <a:p>
            <a:r>
              <a:t>Objektiv vs. subjektiv</a:t>
            </a:r>
          </a:p>
          <a:p>
            <a:r>
              <a:t>1. Ausreden lassen</a:t>
            </a:r>
          </a:p>
          <a:p>
            <a:r>
              <a:t>2. Pause &amp; Analyse</a:t>
            </a:r>
          </a:p>
          <a:p>
            <a:r>
              <a:t>3. Akzeptieren &amp; nachfragen</a:t>
            </a:r>
          </a:p>
          <a:p>
            <a:r>
              <a:t>4. Kurz &amp; klar antworten</a:t>
            </a:r>
          </a:p>
          <a:p>
            <a:r>
              <a:t>5. Lösung vorschlagen („gerade deshalb…“)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Einwand-Techniken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Vorwegnahme („Sie fragen sich vielleicht…“)</a:t>
            </a:r>
          </a:p>
          <a:p>
            <a:r>
              <a:t>Isolier-Methode</a:t>
            </a:r>
          </a:p>
          <a:p>
            <a:r>
              <a:t>Umdeuten</a:t>
            </a:r>
          </a:p>
          <a:p>
            <a:r>
              <a:t>Umformulierung (Bedürfnis erkennen)</a:t>
            </a:r>
          </a:p>
          <a:p>
            <a:r>
              <a:t>Vorteil/Nachteil-Methode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Umgang mit Vorwürfen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VWO-Formel: Vorwurf → Wunsch → Option</a:t>
            </a:r>
          </a:p>
          <a:p>
            <a:r>
              <a:t>Aikido-Prinzip: Mitgehen</a:t>
            </a:r>
          </a:p>
          <a:p>
            <a:r>
              <a:t>Zeit gewinnen (Meta-Kommunikation)</a:t>
            </a:r>
          </a:p>
          <a:p>
            <a:r>
              <a:t>Konstruktiv reagieren (Fragen stellen)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